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J Hershey" userId="e37f5109-92fd-4c91-8fee-4046d8ece774" providerId="ADAL" clId="{BC01795E-E875-44DF-8EA5-794DF798B43D}"/>
    <pc:docChg chg="custSel addSld modSld">
      <pc:chgData name="John J Hershey" userId="e37f5109-92fd-4c91-8fee-4046d8ece774" providerId="ADAL" clId="{BC01795E-E875-44DF-8EA5-794DF798B43D}" dt="2026-04-23T19:52:05.307" v="321" actId="20577"/>
      <pc:docMkLst>
        <pc:docMk/>
      </pc:docMkLst>
      <pc:sldChg chg="modSp new mod">
        <pc:chgData name="John J Hershey" userId="e37f5109-92fd-4c91-8fee-4046d8ece774" providerId="ADAL" clId="{BC01795E-E875-44DF-8EA5-794DF798B43D}" dt="2026-04-23T19:50:25.145" v="81" actId="20577"/>
        <pc:sldMkLst>
          <pc:docMk/>
          <pc:sldMk cId="48473075" sldId="256"/>
        </pc:sldMkLst>
        <pc:spChg chg="mod">
          <ac:chgData name="John J Hershey" userId="e37f5109-92fd-4c91-8fee-4046d8ece774" providerId="ADAL" clId="{BC01795E-E875-44DF-8EA5-794DF798B43D}" dt="2026-04-23T19:50:25.145" v="81" actId="20577"/>
          <ac:spMkLst>
            <pc:docMk/>
            <pc:sldMk cId="48473075" sldId="256"/>
            <ac:spMk id="2" creationId="{8EB233A3-C40F-34E1-8DB6-3871C93207E0}"/>
          </ac:spMkLst>
        </pc:spChg>
      </pc:sldChg>
      <pc:sldChg chg="modSp new mod">
        <pc:chgData name="John J Hershey" userId="e37f5109-92fd-4c91-8fee-4046d8ece774" providerId="ADAL" clId="{BC01795E-E875-44DF-8EA5-794DF798B43D}" dt="2026-04-23T19:51:31.148" v="235" actId="20577"/>
        <pc:sldMkLst>
          <pc:docMk/>
          <pc:sldMk cId="568411165" sldId="257"/>
        </pc:sldMkLst>
        <pc:spChg chg="mod">
          <ac:chgData name="John J Hershey" userId="e37f5109-92fd-4c91-8fee-4046d8ece774" providerId="ADAL" clId="{BC01795E-E875-44DF-8EA5-794DF798B43D}" dt="2026-04-23T19:50:43.578" v="101" actId="20577"/>
          <ac:spMkLst>
            <pc:docMk/>
            <pc:sldMk cId="568411165" sldId="257"/>
            <ac:spMk id="2" creationId="{CE793F37-611B-78EB-71B4-28F73228183B}"/>
          </ac:spMkLst>
        </pc:spChg>
        <pc:spChg chg="mod">
          <ac:chgData name="John J Hershey" userId="e37f5109-92fd-4c91-8fee-4046d8ece774" providerId="ADAL" clId="{BC01795E-E875-44DF-8EA5-794DF798B43D}" dt="2026-04-23T19:51:31.148" v="235" actId="20577"/>
          <ac:spMkLst>
            <pc:docMk/>
            <pc:sldMk cId="568411165" sldId="257"/>
            <ac:spMk id="3" creationId="{097D1622-E750-C257-9111-CB7962B80E4C}"/>
          </ac:spMkLst>
        </pc:spChg>
      </pc:sldChg>
      <pc:sldChg chg="modSp new mod">
        <pc:chgData name="John J Hershey" userId="e37f5109-92fd-4c91-8fee-4046d8ece774" providerId="ADAL" clId="{BC01795E-E875-44DF-8EA5-794DF798B43D}" dt="2026-04-23T19:52:05.307" v="321" actId="20577"/>
        <pc:sldMkLst>
          <pc:docMk/>
          <pc:sldMk cId="2492076732" sldId="258"/>
        </pc:sldMkLst>
        <pc:spChg chg="mod">
          <ac:chgData name="John J Hershey" userId="e37f5109-92fd-4c91-8fee-4046d8ece774" providerId="ADAL" clId="{BC01795E-E875-44DF-8EA5-794DF798B43D}" dt="2026-04-23T19:52:05.307" v="321" actId="20577"/>
          <ac:spMkLst>
            <pc:docMk/>
            <pc:sldMk cId="2492076732" sldId="258"/>
            <ac:spMk id="3" creationId="{754D2358-5DD6-1BB1-BA16-CFDE308BC387}"/>
          </ac:spMkLst>
        </pc:spChg>
      </pc:sldChg>
      <pc:sldChg chg="new">
        <pc:chgData name="John J Hershey" userId="e37f5109-92fd-4c91-8fee-4046d8ece774" providerId="ADAL" clId="{BC01795E-E875-44DF-8EA5-794DF798B43D}" dt="2026-04-23T19:51:37.910" v="236" actId="680"/>
        <pc:sldMkLst>
          <pc:docMk/>
          <pc:sldMk cId="1575084222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5070-047D-2456-DD3A-B8727B3AE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E7EAC-AE78-1FCD-EB9D-ADB371E88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0F4C-4D80-A278-92E4-A761A02A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88C02-C698-F40A-D4CF-244E3FA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AD5A6-9089-A806-3FB1-4D319C96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3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F802-4472-247E-657C-55ADF621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1C96-67FA-28BC-C919-D9E01C4F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5DDB-1D23-3379-7096-03118F58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11AE-E82B-5FE0-5451-A741A4D9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8D1C-8A56-1DD5-C7A6-71FD9C66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3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BE1D-82FC-1E44-FF26-29DDF848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F1E95-E0D2-74BF-4229-BE1161746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24064-478D-39F2-05A1-58B3593C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CFA55-6594-A611-9E1A-2F6D5C76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F422-913A-71AC-AD9F-7BF5D2AA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6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E4B0-B7C0-B90D-76FF-A75B3F9F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1BA8-65B2-2229-41CE-2FF2D975A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FC0FC-22B4-7072-693F-7B5DC5A49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2D404-F105-4A72-DC9B-AB11B043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E8D6A-511B-CFA7-C11A-6F67D71D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F0C50-A26A-0E14-0403-4E5703F4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6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EFE2-9D08-5869-0051-EAB9A5EC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D670F-13C0-07E6-3C0E-5D7BE32F5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F678C-E6B2-CA69-2FDB-ADAE747AA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3793F-03C7-87D2-1177-4BF9A1E9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71A5B-36A8-025E-094D-05086FCD6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F16D2-52F5-D0D2-0C6E-77D7A180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F8B0A-E7C9-7AF0-9AF6-9879E285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85312-763C-B319-C55E-C91B4979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16ED-F6AF-8FAC-81DB-4F117C26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30786-0967-6BBB-5F28-9619B622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AC835-F9A9-17A0-27F0-7BCDD711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2AE0B-47F8-EEA2-95BD-8E0F008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9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B2436-9C20-48D2-4873-E9B644DF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219C7-CA62-0E4C-8E7F-6DF33C70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52CD1-4D91-4E05-CB8B-261E9C16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7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A5EC-7B30-DBE4-4A59-33D66C02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462C-F96F-D7F0-2D06-2BEAEA2B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89FF3-63A7-6717-802F-91EEE183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0B6B5-3B54-CE51-CB9B-A7BD0682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278B2-F3DE-C71E-8A14-D1FFF406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B0C8D-0EA1-5406-69A0-D306C6AB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2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9BD0-0B3C-032F-2342-D2AD11CB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66F21-4530-79FB-5604-0CA2BDC84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4D503-0682-B2AA-008B-CC1C41A8B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854DF-5B1C-8920-B4C0-F80AC129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A5D39-E5E4-8F50-EB53-58A562F5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BBA08-3402-0110-3C3A-11EC911E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3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62FE-E996-C884-209F-585959C9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18D4D-281B-52B0-7288-F5A54AF23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EDCE7-26C1-8414-337D-B16F5F61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55AA-79EA-E909-B9EF-65F9A496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DDB1F-5D70-678F-1DB2-B3CE8655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6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19B70-81F2-5853-52E7-6FAC8D268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F7589-9CB0-2F72-E9CC-C2F669152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01ED-B831-7F75-D3C2-7DD721BF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A42C9-AFF4-410C-DE61-0D46F28F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CBD91-2BC7-9CF6-43B7-1772EAA8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9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A49DC-F959-1D40-B641-12ABFF50C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17E3A-693B-9B10-FCB7-8C5F89080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24E5B-543C-CECC-CC79-C16246121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24C12-61BA-413A-97D4-EC0BB631A5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7690-9B25-A685-3594-592E99462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E9A8-A59F-3289-A325-7ADF3E4DC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B3912-5CD1-48A7-9A8E-FBB7CBC82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4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33A3-C40F-34E1-8DB6-3871C93207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Parallelizing a C++ GUI powder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60CC4-F647-6072-D10F-2AC7FA31E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3F37-611B-78EB-71B4-28F73228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Powder Game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D1622-E750-C257-9111-CB7962B8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Utilizes C++ “Fenster” project, which allows for relatively GUI generation, with support for Linux, Mac, and Windows</a:t>
            </a:r>
          </a:p>
        </p:txBody>
      </p:sp>
    </p:spTree>
    <p:extLst>
      <p:ext uri="{BB962C8B-B14F-4D97-AF65-F5344CB8AC3E}">
        <p14:creationId xmlns:p14="http://schemas.microsoft.com/office/powerpoint/2010/main" val="56841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7B4F-6B83-66FA-7C32-9B746F7A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5F2F-A031-CEF0-6640-FCE4F632F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8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AD5F-93CA-78CE-9409-ABF8AEE5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2358-5DD6-1BB1-BA16-CFDE308BC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turns out HIP tries to run </a:t>
            </a:r>
            <a:r>
              <a:rPr lang="en-US" dirty="0" err="1"/>
              <a:t>nvcc</a:t>
            </a:r>
            <a:r>
              <a:rPr lang="en-US" dirty="0"/>
              <a:t> under the hood, and if not supported or installed, </a:t>
            </a:r>
            <a:r>
              <a:rPr lang="en-US" i="1"/>
              <a:t>then </a:t>
            </a:r>
            <a:r>
              <a:rPr lang="en-US"/>
              <a:t>utilizes clang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7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Parallelizing a C++ GUI powder simulator</vt:lpstr>
      <vt:lpstr>Powder Game Basics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J Hershey</dc:creator>
  <cp:lastModifiedBy>John J Hershey</cp:lastModifiedBy>
  <cp:revision>1</cp:revision>
  <dcterms:created xsi:type="dcterms:W3CDTF">2026-04-23T19:49:40Z</dcterms:created>
  <dcterms:modified xsi:type="dcterms:W3CDTF">2026-04-23T19:52:05Z</dcterms:modified>
</cp:coreProperties>
</file>